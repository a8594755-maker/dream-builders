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Tahoma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font" Target="fonts/Tahom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Tahom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a9a35c3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d0a9a35c30_0_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0a9a35c3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d0a9a35c30_0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0a9a35c3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d0a9a35c30_0_3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0" i="0" lang="en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Probability/Impact Matrix</a:t>
            </a:r>
            <a:br>
              <a:rPr b="0" i="0" lang="en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</a:t>
            </a:r>
            <a:endParaRPr/>
          </a:p>
        </p:txBody>
      </p:sp>
      <p:cxnSp>
        <p:nvCxnSpPr>
          <p:cNvPr id="61" name="Google Shape;61;p14"/>
          <p:cNvCxnSpPr/>
          <p:nvPr/>
        </p:nvCxnSpPr>
        <p:spPr>
          <a:xfrm>
            <a:off x="1997075" y="1003697"/>
            <a:ext cx="0" cy="325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2" name="Google Shape;62;p14"/>
          <p:cNvSpPr txBox="1"/>
          <p:nvPr/>
        </p:nvSpPr>
        <p:spPr>
          <a:xfrm>
            <a:off x="4587875" y="4546997"/>
            <a:ext cx="128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Impact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 flipH="1" rot="-5400000">
            <a:off x="-708150" y="2163225"/>
            <a:ext cx="187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Probability</a:t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1143000" y="3486150"/>
            <a:ext cx="6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low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609600" y="2628900"/>
            <a:ext cx="1263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medium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1143000" y="1314450"/>
            <a:ext cx="76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high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2606675" y="4204097"/>
            <a:ext cx="6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low</a:t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4572000" y="4229100"/>
            <a:ext cx="1263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medium</a:t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7026275" y="4204097"/>
            <a:ext cx="76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high</a:t>
            </a:r>
            <a:endParaRPr/>
          </a:p>
        </p:txBody>
      </p:sp>
      <p:cxnSp>
        <p:nvCxnSpPr>
          <p:cNvPr id="70" name="Google Shape;70;p14"/>
          <p:cNvCxnSpPr/>
          <p:nvPr/>
        </p:nvCxnSpPr>
        <p:spPr>
          <a:xfrm>
            <a:off x="1981200" y="2000250"/>
            <a:ext cx="609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1" name="Google Shape;71;p14"/>
          <p:cNvCxnSpPr/>
          <p:nvPr/>
        </p:nvCxnSpPr>
        <p:spPr>
          <a:xfrm rot="10800000">
            <a:off x="6172200" y="1028850"/>
            <a:ext cx="0" cy="325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2" name="Google Shape;72;p14"/>
          <p:cNvCxnSpPr/>
          <p:nvPr/>
        </p:nvCxnSpPr>
        <p:spPr>
          <a:xfrm rot="10800000">
            <a:off x="3886200" y="1028850"/>
            <a:ext cx="0" cy="325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3" name="Google Shape;73;p14"/>
          <p:cNvCxnSpPr/>
          <p:nvPr/>
        </p:nvCxnSpPr>
        <p:spPr>
          <a:xfrm>
            <a:off x="1981200" y="3086100"/>
            <a:ext cx="609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4" name="Google Shape;74;p14"/>
          <p:cNvCxnSpPr/>
          <p:nvPr/>
        </p:nvCxnSpPr>
        <p:spPr>
          <a:xfrm>
            <a:off x="2057400" y="4229100"/>
            <a:ext cx="609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5" name="Google Shape;75;p14"/>
          <p:cNvCxnSpPr/>
          <p:nvPr/>
        </p:nvCxnSpPr>
        <p:spPr>
          <a:xfrm>
            <a:off x="1981200" y="971550"/>
            <a:ext cx="609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6" name="Google Shape;76;p14"/>
          <p:cNvCxnSpPr/>
          <p:nvPr/>
        </p:nvCxnSpPr>
        <p:spPr>
          <a:xfrm rot="10800000">
            <a:off x="8077200" y="971700"/>
            <a:ext cx="0" cy="325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7" name="Google Shape;77;p14"/>
          <p:cNvSpPr txBox="1"/>
          <p:nvPr/>
        </p:nvSpPr>
        <p:spPr>
          <a:xfrm>
            <a:off x="4224749" y="3305775"/>
            <a:ext cx="176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lang="en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 enough volunteers</a:t>
            </a:r>
            <a:endParaRPr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2370800" y="1579015"/>
            <a:ext cx="214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2158952" y="2219925"/>
            <a:ext cx="152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lang="en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Weather making it unable to build the beds outside.</a:t>
            </a:r>
            <a:endParaRPr b="1"/>
          </a:p>
        </p:txBody>
      </p:sp>
      <p:sp>
        <p:nvSpPr>
          <p:cNvPr id="80" name="Google Shape;80;p14"/>
          <p:cNvSpPr txBox="1"/>
          <p:nvPr/>
        </p:nvSpPr>
        <p:spPr>
          <a:xfrm>
            <a:off x="4213200" y="2219915"/>
            <a:ext cx="152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lang="en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Unable to fundraise all 40 bed-in-a-bags</a:t>
            </a:r>
            <a:endParaRPr b="1"/>
          </a:p>
        </p:txBody>
      </p:sp>
      <p:sp>
        <p:nvSpPr>
          <p:cNvPr id="81" name="Google Shape;81;p14"/>
          <p:cNvSpPr txBox="1"/>
          <p:nvPr/>
        </p:nvSpPr>
        <p:spPr>
          <a:xfrm>
            <a:off x="6264162" y="3414238"/>
            <a:ext cx="214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lang="en" sz="1200">
                <a:latin typeface="Tahoma"/>
                <a:ea typeface="Tahoma"/>
                <a:cs typeface="Tahoma"/>
                <a:sym typeface="Tahoma"/>
              </a:rPr>
              <a:t>Delay in materials delivery</a:t>
            </a:r>
            <a:endParaRPr b="1"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6264150" y="1085702"/>
            <a:ext cx="172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1997075" y="3235275"/>
            <a:ext cx="1782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Poor communication with stakeholders / sponsor</a:t>
            </a:r>
            <a:endParaRPr b="1"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609600" y="571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Mitigation Efforts</a:t>
            </a:r>
            <a:endParaRPr/>
          </a:p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685800" y="1090275"/>
            <a:ext cx="7772400" cy="26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Weather prevents bed building outside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2095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–"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Track the weather for the bed build week and keep volunteers informed of change of build site.</a:t>
            </a:r>
            <a:endParaRPr sz="200">
              <a:latin typeface="Tahoma"/>
              <a:ea typeface="Tahoma"/>
              <a:cs typeface="Tahoma"/>
              <a:sym typeface="Tahoma"/>
            </a:endParaRPr>
          </a:p>
          <a:p>
            <a:pPr indent="-3810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Tahoma"/>
              <a:buChar char="•"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Delay in materials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30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–"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Try to order materials ahead of time with sufficient lead times for the bed build.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Unable to fundraise the 40 beds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30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–"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Aim to complete fundraising a few weeks before the bed build, so we can figure out alternative solutions. If not on track, we will inform sponsor of the number short of our goal.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609600" y="571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Contingency Plans</a:t>
            </a:r>
            <a:endParaRPr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685800" y="80010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Weather make beds unable to be built outside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–"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Sponsor has arranged for an </a:t>
            </a: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indoor building site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Delays in bedding shipment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–"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Cancel shipments and use money to pick up bedding in stores such as Target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 enough volunteers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30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–"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Reach out to friends and classmates to see who would be willing to volunteer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Unable to fundraise bed-in-a-bags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30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–"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Inform sponsor far ahead of time if we are not on track to complete the goal, he might be able to use his donations to compensate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