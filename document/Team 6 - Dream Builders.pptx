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7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2" r:id="rId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Garamond" panose="02020404030301010803" pitchFamily="18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E6828-D106-A834-0CAB-305A7333AC86}" v="18" dt="2026-02-10T01:50:46.126"/>
    <p1510:client id="{7431C32A-B666-0E47-8E71-13FCF50E79F3}" v="25" dt="2026-02-10T03:52:20.038"/>
    <p1510:client id="{9E2490E6-C776-E18D-D6C0-88005AC7B1CF}" v="85" dt="2026-02-09T20:43:04.949"/>
    <p1510:client id="{BB62FF74-C525-FF63-5784-FA71EF5415CF}" v="10" dt="2026-02-10T03:12:31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58"/>
  </p:normalViewPr>
  <p:slideViewPr>
    <p:cSldViewPr snapToGrid="0">
      <p:cViewPr varScale="1">
        <p:scale>
          <a:sx n="128" d="100"/>
          <a:sy n="128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5089F9-06A5-49F1-8A2E-82B4067E88AD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6BB52FC4-DDBD-4D93-B451-71DF3FD63C8D}">
      <dgm:prSet/>
      <dgm:spPr/>
      <dgm:t>
        <a:bodyPr/>
        <a:lstStyle/>
        <a:p>
          <a:r>
            <a:rPr lang="en-US"/>
            <a:t>Who are we / team introductions</a:t>
          </a:r>
        </a:p>
      </dgm:t>
    </dgm:pt>
    <dgm:pt modelId="{8BE48C03-132D-4373-BF7D-949753A1A3E2}" type="parTrans" cxnId="{A31CD918-3905-4930-91CF-35DCF2CA6D68}">
      <dgm:prSet/>
      <dgm:spPr/>
      <dgm:t>
        <a:bodyPr/>
        <a:lstStyle/>
        <a:p>
          <a:endParaRPr lang="en-US"/>
        </a:p>
      </dgm:t>
    </dgm:pt>
    <dgm:pt modelId="{0CC69B3C-BADE-4568-8F2F-FC39CC929322}" type="sibTrans" cxnId="{A31CD918-3905-4930-91CF-35DCF2CA6D68}">
      <dgm:prSet/>
      <dgm:spPr/>
      <dgm:t>
        <a:bodyPr/>
        <a:lstStyle/>
        <a:p>
          <a:endParaRPr lang="en-US"/>
        </a:p>
      </dgm:t>
    </dgm:pt>
    <dgm:pt modelId="{CE47FE20-173D-4408-9C38-024D0B1771D7}">
      <dgm:prSet/>
      <dgm:spPr/>
      <dgm:t>
        <a:bodyPr/>
        <a:lstStyle/>
        <a:p>
          <a:r>
            <a:rPr lang="en-US"/>
            <a:t>Who are we working for and why?</a:t>
          </a:r>
        </a:p>
      </dgm:t>
    </dgm:pt>
    <dgm:pt modelId="{8398D79D-0904-45EE-B27B-792F43F93762}" type="parTrans" cxnId="{751D4BEF-15F5-46DE-A68C-EF4EB0705DA2}">
      <dgm:prSet/>
      <dgm:spPr/>
      <dgm:t>
        <a:bodyPr/>
        <a:lstStyle/>
        <a:p>
          <a:endParaRPr lang="en-US"/>
        </a:p>
      </dgm:t>
    </dgm:pt>
    <dgm:pt modelId="{C12FAE26-9A76-46F2-8CF1-5377769AD426}" type="sibTrans" cxnId="{751D4BEF-15F5-46DE-A68C-EF4EB0705DA2}">
      <dgm:prSet/>
      <dgm:spPr/>
      <dgm:t>
        <a:bodyPr/>
        <a:lstStyle/>
        <a:p>
          <a:endParaRPr lang="en-US"/>
        </a:p>
      </dgm:t>
    </dgm:pt>
    <dgm:pt modelId="{CB5E1CA7-D5CF-44AE-A206-4E58A6CF1C4D}">
      <dgm:prSet/>
      <dgm:spPr/>
      <dgm:t>
        <a:bodyPr/>
        <a:lstStyle/>
        <a:p>
          <a:r>
            <a:rPr lang="en-US"/>
            <a:t>Partner organization and why we are passionate to help them</a:t>
          </a:r>
        </a:p>
      </dgm:t>
    </dgm:pt>
    <dgm:pt modelId="{4E8E7BB3-1E55-4122-915C-0C8D34C7727B}" type="parTrans" cxnId="{5E0A894B-F1BF-4B8F-8706-BC9E865E04D6}">
      <dgm:prSet/>
      <dgm:spPr/>
      <dgm:t>
        <a:bodyPr/>
        <a:lstStyle/>
        <a:p>
          <a:endParaRPr lang="en-US"/>
        </a:p>
      </dgm:t>
    </dgm:pt>
    <dgm:pt modelId="{2F8C7921-C1D3-4AA2-9472-705F7E5011D8}" type="sibTrans" cxnId="{5E0A894B-F1BF-4B8F-8706-BC9E865E04D6}">
      <dgm:prSet/>
      <dgm:spPr/>
      <dgm:t>
        <a:bodyPr/>
        <a:lstStyle/>
        <a:p>
          <a:endParaRPr lang="en-US"/>
        </a:p>
      </dgm:t>
    </dgm:pt>
    <dgm:pt modelId="{019CF957-9F37-4BE1-91F7-C0D16C6B0544}">
      <dgm:prSet/>
      <dgm:spPr/>
      <dgm:t>
        <a:bodyPr/>
        <a:lstStyle/>
        <a:p>
          <a:r>
            <a:rPr lang="en-US"/>
            <a:t>Stakeholder Register</a:t>
          </a:r>
        </a:p>
      </dgm:t>
    </dgm:pt>
    <dgm:pt modelId="{846A715F-6CCD-44A3-81B4-3CE9AF552FA8}" type="parTrans" cxnId="{EC6A8E71-2A9F-432F-8829-807A3E74F94C}">
      <dgm:prSet/>
      <dgm:spPr/>
      <dgm:t>
        <a:bodyPr/>
        <a:lstStyle/>
        <a:p>
          <a:endParaRPr lang="en-US"/>
        </a:p>
      </dgm:t>
    </dgm:pt>
    <dgm:pt modelId="{BC3201D5-1A42-4643-8A5F-9C373552240C}" type="sibTrans" cxnId="{EC6A8E71-2A9F-432F-8829-807A3E74F94C}">
      <dgm:prSet/>
      <dgm:spPr/>
      <dgm:t>
        <a:bodyPr/>
        <a:lstStyle/>
        <a:p>
          <a:endParaRPr lang="en-US"/>
        </a:p>
      </dgm:t>
    </dgm:pt>
    <dgm:pt modelId="{BDA43869-8B24-4B8E-96F1-198AF71AB3E2}">
      <dgm:prSet/>
      <dgm:spPr/>
      <dgm:t>
        <a:bodyPr/>
        <a:lstStyle/>
        <a:p>
          <a:r>
            <a:rPr lang="en-US"/>
            <a:t>Q&amp;A</a:t>
          </a:r>
        </a:p>
      </dgm:t>
    </dgm:pt>
    <dgm:pt modelId="{D1800778-CA92-4530-87B7-990479BD8832}" type="parTrans" cxnId="{43AC40B2-54A5-4F1D-BFED-38086D52AA49}">
      <dgm:prSet/>
      <dgm:spPr/>
      <dgm:t>
        <a:bodyPr/>
        <a:lstStyle/>
        <a:p>
          <a:endParaRPr lang="en-US"/>
        </a:p>
      </dgm:t>
    </dgm:pt>
    <dgm:pt modelId="{59C06909-34AC-41F1-9BEE-5E957479019B}" type="sibTrans" cxnId="{43AC40B2-54A5-4F1D-BFED-38086D52AA49}">
      <dgm:prSet/>
      <dgm:spPr/>
      <dgm:t>
        <a:bodyPr/>
        <a:lstStyle/>
        <a:p>
          <a:endParaRPr lang="en-US"/>
        </a:p>
      </dgm:t>
    </dgm:pt>
    <dgm:pt modelId="{2066D020-60C1-5841-9C6C-C663B86A0683}" type="pres">
      <dgm:prSet presAssocID="{DC5089F9-06A5-49F1-8A2E-82B4067E88AD}" presName="linear" presStyleCnt="0">
        <dgm:presLayoutVars>
          <dgm:dir/>
          <dgm:animLvl val="lvl"/>
          <dgm:resizeHandles val="exact"/>
        </dgm:presLayoutVars>
      </dgm:prSet>
      <dgm:spPr/>
    </dgm:pt>
    <dgm:pt modelId="{3ACE1CD6-14A7-9C4E-A9A9-94B6D55B8EE3}" type="pres">
      <dgm:prSet presAssocID="{6BB52FC4-DDBD-4D93-B451-71DF3FD63C8D}" presName="parentLin" presStyleCnt="0"/>
      <dgm:spPr/>
    </dgm:pt>
    <dgm:pt modelId="{68E6F9A5-70EF-0C43-99AB-AAD0D34EAB05}" type="pres">
      <dgm:prSet presAssocID="{6BB52FC4-DDBD-4D93-B451-71DF3FD63C8D}" presName="parentLeftMargin" presStyleLbl="node1" presStyleIdx="0" presStyleCnt="4"/>
      <dgm:spPr/>
    </dgm:pt>
    <dgm:pt modelId="{DD32F2AF-89EB-A04E-9DB4-9FEFB0968720}" type="pres">
      <dgm:prSet presAssocID="{6BB52FC4-DDBD-4D93-B451-71DF3FD63C8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8692A9-793C-A648-B7CD-65118226DEE6}" type="pres">
      <dgm:prSet presAssocID="{6BB52FC4-DDBD-4D93-B451-71DF3FD63C8D}" presName="negativeSpace" presStyleCnt="0"/>
      <dgm:spPr/>
    </dgm:pt>
    <dgm:pt modelId="{9F9804A4-05FD-0045-8BBC-88BC5A024A04}" type="pres">
      <dgm:prSet presAssocID="{6BB52FC4-DDBD-4D93-B451-71DF3FD63C8D}" presName="childText" presStyleLbl="conFgAcc1" presStyleIdx="0" presStyleCnt="4">
        <dgm:presLayoutVars>
          <dgm:bulletEnabled val="1"/>
        </dgm:presLayoutVars>
      </dgm:prSet>
      <dgm:spPr/>
    </dgm:pt>
    <dgm:pt modelId="{211EA9EC-4D59-6546-9458-6C1CF1BED0F8}" type="pres">
      <dgm:prSet presAssocID="{0CC69B3C-BADE-4568-8F2F-FC39CC929322}" presName="spaceBetweenRectangles" presStyleCnt="0"/>
      <dgm:spPr/>
    </dgm:pt>
    <dgm:pt modelId="{4F668761-2FD8-DC4F-809C-586810E832F7}" type="pres">
      <dgm:prSet presAssocID="{CE47FE20-173D-4408-9C38-024D0B1771D7}" presName="parentLin" presStyleCnt="0"/>
      <dgm:spPr/>
    </dgm:pt>
    <dgm:pt modelId="{04837714-D5F9-ED48-95F1-B35EF9DEABD3}" type="pres">
      <dgm:prSet presAssocID="{CE47FE20-173D-4408-9C38-024D0B1771D7}" presName="parentLeftMargin" presStyleLbl="node1" presStyleIdx="0" presStyleCnt="4"/>
      <dgm:spPr/>
    </dgm:pt>
    <dgm:pt modelId="{1245D159-691A-FE42-987E-5B68F16F14E7}" type="pres">
      <dgm:prSet presAssocID="{CE47FE20-173D-4408-9C38-024D0B1771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00AEF4-9D5C-7D4C-ACDC-B86CC35B86BF}" type="pres">
      <dgm:prSet presAssocID="{CE47FE20-173D-4408-9C38-024D0B1771D7}" presName="negativeSpace" presStyleCnt="0"/>
      <dgm:spPr/>
    </dgm:pt>
    <dgm:pt modelId="{C3759F4A-CCC4-FB4A-AEA2-2A0AEE15CC24}" type="pres">
      <dgm:prSet presAssocID="{CE47FE20-173D-4408-9C38-024D0B1771D7}" presName="childText" presStyleLbl="conFgAcc1" presStyleIdx="1" presStyleCnt="4">
        <dgm:presLayoutVars>
          <dgm:bulletEnabled val="1"/>
        </dgm:presLayoutVars>
      </dgm:prSet>
      <dgm:spPr/>
    </dgm:pt>
    <dgm:pt modelId="{F24DEEDB-5DE6-9F41-BAF5-EFBA0D4E217A}" type="pres">
      <dgm:prSet presAssocID="{C12FAE26-9A76-46F2-8CF1-5377769AD426}" presName="spaceBetweenRectangles" presStyleCnt="0"/>
      <dgm:spPr/>
    </dgm:pt>
    <dgm:pt modelId="{1E91094D-F919-2442-86C8-169000BCFBE4}" type="pres">
      <dgm:prSet presAssocID="{019CF957-9F37-4BE1-91F7-C0D16C6B0544}" presName="parentLin" presStyleCnt="0"/>
      <dgm:spPr/>
    </dgm:pt>
    <dgm:pt modelId="{3406F0C5-BA24-5D4A-80B4-5C828CA36C2D}" type="pres">
      <dgm:prSet presAssocID="{019CF957-9F37-4BE1-91F7-C0D16C6B0544}" presName="parentLeftMargin" presStyleLbl="node1" presStyleIdx="1" presStyleCnt="4"/>
      <dgm:spPr/>
    </dgm:pt>
    <dgm:pt modelId="{448BFD25-816B-A346-9E92-841BD1D21403}" type="pres">
      <dgm:prSet presAssocID="{019CF957-9F37-4BE1-91F7-C0D16C6B054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8C51B5-6A5B-1C43-9401-ABB5F3F97E26}" type="pres">
      <dgm:prSet presAssocID="{019CF957-9F37-4BE1-91F7-C0D16C6B0544}" presName="negativeSpace" presStyleCnt="0"/>
      <dgm:spPr/>
    </dgm:pt>
    <dgm:pt modelId="{6D483D1D-1CA3-2043-B06A-5A50A9DB3398}" type="pres">
      <dgm:prSet presAssocID="{019CF957-9F37-4BE1-91F7-C0D16C6B0544}" presName="childText" presStyleLbl="conFgAcc1" presStyleIdx="2" presStyleCnt="4">
        <dgm:presLayoutVars>
          <dgm:bulletEnabled val="1"/>
        </dgm:presLayoutVars>
      </dgm:prSet>
      <dgm:spPr/>
    </dgm:pt>
    <dgm:pt modelId="{C8413C6B-621E-3341-8E6F-CD488D337629}" type="pres">
      <dgm:prSet presAssocID="{BC3201D5-1A42-4643-8A5F-9C373552240C}" presName="spaceBetweenRectangles" presStyleCnt="0"/>
      <dgm:spPr/>
    </dgm:pt>
    <dgm:pt modelId="{239A3357-D64F-344B-9C3A-BA63FB9BEAD2}" type="pres">
      <dgm:prSet presAssocID="{BDA43869-8B24-4B8E-96F1-198AF71AB3E2}" presName="parentLin" presStyleCnt="0"/>
      <dgm:spPr/>
    </dgm:pt>
    <dgm:pt modelId="{C0FF4514-5FD6-244B-A5D5-236EE1A75EF9}" type="pres">
      <dgm:prSet presAssocID="{BDA43869-8B24-4B8E-96F1-198AF71AB3E2}" presName="parentLeftMargin" presStyleLbl="node1" presStyleIdx="2" presStyleCnt="4"/>
      <dgm:spPr/>
    </dgm:pt>
    <dgm:pt modelId="{4F57E97D-DB6E-884E-AC4D-B13D07DD4820}" type="pres">
      <dgm:prSet presAssocID="{BDA43869-8B24-4B8E-96F1-198AF71AB3E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5E3FF8E-A1A5-6F45-B9D1-F4CF193C2D20}" type="pres">
      <dgm:prSet presAssocID="{BDA43869-8B24-4B8E-96F1-198AF71AB3E2}" presName="negativeSpace" presStyleCnt="0"/>
      <dgm:spPr/>
    </dgm:pt>
    <dgm:pt modelId="{4E697FC8-E04F-684B-9552-B6847A49FC64}" type="pres">
      <dgm:prSet presAssocID="{BDA43869-8B24-4B8E-96F1-198AF71AB3E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31CD918-3905-4930-91CF-35DCF2CA6D68}" srcId="{DC5089F9-06A5-49F1-8A2E-82B4067E88AD}" destId="{6BB52FC4-DDBD-4D93-B451-71DF3FD63C8D}" srcOrd="0" destOrd="0" parTransId="{8BE48C03-132D-4373-BF7D-949753A1A3E2}" sibTransId="{0CC69B3C-BADE-4568-8F2F-FC39CC929322}"/>
    <dgm:cxn modelId="{7277AA28-DD33-654A-9E6E-AF0BFF63BB92}" type="presOf" srcId="{BDA43869-8B24-4B8E-96F1-198AF71AB3E2}" destId="{C0FF4514-5FD6-244B-A5D5-236EE1A75EF9}" srcOrd="0" destOrd="0" presId="urn:microsoft.com/office/officeart/2005/8/layout/list1"/>
    <dgm:cxn modelId="{BBD06142-D60E-F647-BD9D-9124AB8D03F0}" type="presOf" srcId="{CE47FE20-173D-4408-9C38-024D0B1771D7}" destId="{04837714-D5F9-ED48-95F1-B35EF9DEABD3}" srcOrd="0" destOrd="0" presId="urn:microsoft.com/office/officeart/2005/8/layout/list1"/>
    <dgm:cxn modelId="{9EFA474B-D2EF-7E40-B108-DF451EF6C24E}" type="presOf" srcId="{6BB52FC4-DDBD-4D93-B451-71DF3FD63C8D}" destId="{68E6F9A5-70EF-0C43-99AB-AAD0D34EAB05}" srcOrd="0" destOrd="0" presId="urn:microsoft.com/office/officeart/2005/8/layout/list1"/>
    <dgm:cxn modelId="{5E0A894B-F1BF-4B8F-8706-BC9E865E04D6}" srcId="{CE47FE20-173D-4408-9C38-024D0B1771D7}" destId="{CB5E1CA7-D5CF-44AE-A206-4E58A6CF1C4D}" srcOrd="0" destOrd="0" parTransId="{4E8E7BB3-1E55-4122-915C-0C8D34C7727B}" sibTransId="{2F8C7921-C1D3-4AA2-9472-705F7E5011D8}"/>
    <dgm:cxn modelId="{DA63105D-6448-9A43-B817-D8E249A0AEAB}" type="presOf" srcId="{DC5089F9-06A5-49F1-8A2E-82B4067E88AD}" destId="{2066D020-60C1-5841-9C6C-C663B86A0683}" srcOrd="0" destOrd="0" presId="urn:microsoft.com/office/officeart/2005/8/layout/list1"/>
    <dgm:cxn modelId="{8765D96C-B1D1-E84F-9A06-60A61753345F}" type="presOf" srcId="{019CF957-9F37-4BE1-91F7-C0D16C6B0544}" destId="{3406F0C5-BA24-5D4A-80B4-5C828CA36C2D}" srcOrd="0" destOrd="0" presId="urn:microsoft.com/office/officeart/2005/8/layout/list1"/>
    <dgm:cxn modelId="{EC6A8E71-2A9F-432F-8829-807A3E74F94C}" srcId="{DC5089F9-06A5-49F1-8A2E-82B4067E88AD}" destId="{019CF957-9F37-4BE1-91F7-C0D16C6B0544}" srcOrd="2" destOrd="0" parTransId="{846A715F-6CCD-44A3-81B4-3CE9AF552FA8}" sibTransId="{BC3201D5-1A42-4643-8A5F-9C373552240C}"/>
    <dgm:cxn modelId="{8502FC8C-BB40-8D4A-AAD9-6FC4864DE251}" type="presOf" srcId="{019CF957-9F37-4BE1-91F7-C0D16C6B0544}" destId="{448BFD25-816B-A346-9E92-841BD1D21403}" srcOrd="1" destOrd="0" presId="urn:microsoft.com/office/officeart/2005/8/layout/list1"/>
    <dgm:cxn modelId="{1913C7A1-DD49-B64A-B6F7-90EDDDC93D5C}" type="presOf" srcId="{BDA43869-8B24-4B8E-96F1-198AF71AB3E2}" destId="{4F57E97D-DB6E-884E-AC4D-B13D07DD4820}" srcOrd="1" destOrd="0" presId="urn:microsoft.com/office/officeart/2005/8/layout/list1"/>
    <dgm:cxn modelId="{43AC40B2-54A5-4F1D-BFED-38086D52AA49}" srcId="{DC5089F9-06A5-49F1-8A2E-82B4067E88AD}" destId="{BDA43869-8B24-4B8E-96F1-198AF71AB3E2}" srcOrd="3" destOrd="0" parTransId="{D1800778-CA92-4530-87B7-990479BD8832}" sibTransId="{59C06909-34AC-41F1-9BEE-5E957479019B}"/>
    <dgm:cxn modelId="{228A3BDC-19C1-F248-A83D-89523F87F704}" type="presOf" srcId="{CE47FE20-173D-4408-9C38-024D0B1771D7}" destId="{1245D159-691A-FE42-987E-5B68F16F14E7}" srcOrd="1" destOrd="0" presId="urn:microsoft.com/office/officeart/2005/8/layout/list1"/>
    <dgm:cxn modelId="{3C690AE5-3304-8946-965F-9F1CD075A058}" type="presOf" srcId="{CB5E1CA7-D5CF-44AE-A206-4E58A6CF1C4D}" destId="{C3759F4A-CCC4-FB4A-AEA2-2A0AEE15CC24}" srcOrd="0" destOrd="0" presId="urn:microsoft.com/office/officeart/2005/8/layout/list1"/>
    <dgm:cxn modelId="{7BFA26E7-0BFC-6D4D-B2D7-CDBAC71760C7}" type="presOf" srcId="{6BB52FC4-DDBD-4D93-B451-71DF3FD63C8D}" destId="{DD32F2AF-89EB-A04E-9DB4-9FEFB0968720}" srcOrd="1" destOrd="0" presId="urn:microsoft.com/office/officeart/2005/8/layout/list1"/>
    <dgm:cxn modelId="{751D4BEF-15F5-46DE-A68C-EF4EB0705DA2}" srcId="{DC5089F9-06A5-49F1-8A2E-82B4067E88AD}" destId="{CE47FE20-173D-4408-9C38-024D0B1771D7}" srcOrd="1" destOrd="0" parTransId="{8398D79D-0904-45EE-B27B-792F43F93762}" sibTransId="{C12FAE26-9A76-46F2-8CF1-5377769AD426}"/>
    <dgm:cxn modelId="{3A6D6078-5CD8-124B-BD52-8A1E1CB2649E}" type="presParOf" srcId="{2066D020-60C1-5841-9C6C-C663B86A0683}" destId="{3ACE1CD6-14A7-9C4E-A9A9-94B6D55B8EE3}" srcOrd="0" destOrd="0" presId="urn:microsoft.com/office/officeart/2005/8/layout/list1"/>
    <dgm:cxn modelId="{EEF59D51-22BF-EB40-A75C-03E5B651472F}" type="presParOf" srcId="{3ACE1CD6-14A7-9C4E-A9A9-94B6D55B8EE3}" destId="{68E6F9A5-70EF-0C43-99AB-AAD0D34EAB05}" srcOrd="0" destOrd="0" presId="urn:microsoft.com/office/officeart/2005/8/layout/list1"/>
    <dgm:cxn modelId="{92E01224-CD1C-E148-82D5-BC281E9076CF}" type="presParOf" srcId="{3ACE1CD6-14A7-9C4E-A9A9-94B6D55B8EE3}" destId="{DD32F2AF-89EB-A04E-9DB4-9FEFB0968720}" srcOrd="1" destOrd="0" presId="urn:microsoft.com/office/officeart/2005/8/layout/list1"/>
    <dgm:cxn modelId="{68E454DD-0395-AC4A-B565-138BD5C79D91}" type="presParOf" srcId="{2066D020-60C1-5841-9C6C-C663B86A0683}" destId="{FE8692A9-793C-A648-B7CD-65118226DEE6}" srcOrd="1" destOrd="0" presId="urn:microsoft.com/office/officeart/2005/8/layout/list1"/>
    <dgm:cxn modelId="{9EB4153D-65B3-1744-9515-86443B78A81B}" type="presParOf" srcId="{2066D020-60C1-5841-9C6C-C663B86A0683}" destId="{9F9804A4-05FD-0045-8BBC-88BC5A024A04}" srcOrd="2" destOrd="0" presId="urn:microsoft.com/office/officeart/2005/8/layout/list1"/>
    <dgm:cxn modelId="{16B7E1C6-FE04-9C4D-B1F9-F8967850F4EF}" type="presParOf" srcId="{2066D020-60C1-5841-9C6C-C663B86A0683}" destId="{211EA9EC-4D59-6546-9458-6C1CF1BED0F8}" srcOrd="3" destOrd="0" presId="urn:microsoft.com/office/officeart/2005/8/layout/list1"/>
    <dgm:cxn modelId="{F9AE0861-5C9C-7749-B0AC-FFCAEF42C540}" type="presParOf" srcId="{2066D020-60C1-5841-9C6C-C663B86A0683}" destId="{4F668761-2FD8-DC4F-809C-586810E832F7}" srcOrd="4" destOrd="0" presId="urn:microsoft.com/office/officeart/2005/8/layout/list1"/>
    <dgm:cxn modelId="{316F3289-E716-5F47-B4BE-439CA687E146}" type="presParOf" srcId="{4F668761-2FD8-DC4F-809C-586810E832F7}" destId="{04837714-D5F9-ED48-95F1-B35EF9DEABD3}" srcOrd="0" destOrd="0" presId="urn:microsoft.com/office/officeart/2005/8/layout/list1"/>
    <dgm:cxn modelId="{C2F855A7-13FB-A945-BA4E-509A2A3007F6}" type="presParOf" srcId="{4F668761-2FD8-DC4F-809C-586810E832F7}" destId="{1245D159-691A-FE42-987E-5B68F16F14E7}" srcOrd="1" destOrd="0" presId="urn:microsoft.com/office/officeart/2005/8/layout/list1"/>
    <dgm:cxn modelId="{217EFD44-1DA1-C04D-919D-45D6AF687EDC}" type="presParOf" srcId="{2066D020-60C1-5841-9C6C-C663B86A0683}" destId="{2400AEF4-9D5C-7D4C-ACDC-B86CC35B86BF}" srcOrd="5" destOrd="0" presId="urn:microsoft.com/office/officeart/2005/8/layout/list1"/>
    <dgm:cxn modelId="{2B561399-A77E-1540-9A47-C47C5764A972}" type="presParOf" srcId="{2066D020-60C1-5841-9C6C-C663B86A0683}" destId="{C3759F4A-CCC4-FB4A-AEA2-2A0AEE15CC24}" srcOrd="6" destOrd="0" presId="urn:microsoft.com/office/officeart/2005/8/layout/list1"/>
    <dgm:cxn modelId="{2E25953D-551E-BB47-94F5-CEC1CD026066}" type="presParOf" srcId="{2066D020-60C1-5841-9C6C-C663B86A0683}" destId="{F24DEEDB-5DE6-9F41-BAF5-EFBA0D4E217A}" srcOrd="7" destOrd="0" presId="urn:microsoft.com/office/officeart/2005/8/layout/list1"/>
    <dgm:cxn modelId="{5F14E86B-2006-8D48-8F55-2EDA48188B1B}" type="presParOf" srcId="{2066D020-60C1-5841-9C6C-C663B86A0683}" destId="{1E91094D-F919-2442-86C8-169000BCFBE4}" srcOrd="8" destOrd="0" presId="urn:microsoft.com/office/officeart/2005/8/layout/list1"/>
    <dgm:cxn modelId="{D33342D9-4B9C-7D4C-A86B-32F3FED8B455}" type="presParOf" srcId="{1E91094D-F919-2442-86C8-169000BCFBE4}" destId="{3406F0C5-BA24-5D4A-80B4-5C828CA36C2D}" srcOrd="0" destOrd="0" presId="urn:microsoft.com/office/officeart/2005/8/layout/list1"/>
    <dgm:cxn modelId="{5261262B-8715-F646-9B39-DB3DB1EADB6E}" type="presParOf" srcId="{1E91094D-F919-2442-86C8-169000BCFBE4}" destId="{448BFD25-816B-A346-9E92-841BD1D21403}" srcOrd="1" destOrd="0" presId="urn:microsoft.com/office/officeart/2005/8/layout/list1"/>
    <dgm:cxn modelId="{B6FA6139-3BDE-8546-ABC0-212EA5A68672}" type="presParOf" srcId="{2066D020-60C1-5841-9C6C-C663B86A0683}" destId="{3E8C51B5-6A5B-1C43-9401-ABB5F3F97E26}" srcOrd="9" destOrd="0" presId="urn:microsoft.com/office/officeart/2005/8/layout/list1"/>
    <dgm:cxn modelId="{55655835-C801-214B-BE6A-5D98B6B5C9E8}" type="presParOf" srcId="{2066D020-60C1-5841-9C6C-C663B86A0683}" destId="{6D483D1D-1CA3-2043-B06A-5A50A9DB3398}" srcOrd="10" destOrd="0" presId="urn:microsoft.com/office/officeart/2005/8/layout/list1"/>
    <dgm:cxn modelId="{45A27528-5C6A-F444-83DD-F06E8463A37D}" type="presParOf" srcId="{2066D020-60C1-5841-9C6C-C663B86A0683}" destId="{C8413C6B-621E-3341-8E6F-CD488D337629}" srcOrd="11" destOrd="0" presId="urn:microsoft.com/office/officeart/2005/8/layout/list1"/>
    <dgm:cxn modelId="{2A2E6512-4BD3-0847-AE76-B340566E947B}" type="presParOf" srcId="{2066D020-60C1-5841-9C6C-C663B86A0683}" destId="{239A3357-D64F-344B-9C3A-BA63FB9BEAD2}" srcOrd="12" destOrd="0" presId="urn:microsoft.com/office/officeart/2005/8/layout/list1"/>
    <dgm:cxn modelId="{75C0A9A7-E4A2-7F44-A77C-B0287470E58E}" type="presParOf" srcId="{239A3357-D64F-344B-9C3A-BA63FB9BEAD2}" destId="{C0FF4514-5FD6-244B-A5D5-236EE1A75EF9}" srcOrd="0" destOrd="0" presId="urn:microsoft.com/office/officeart/2005/8/layout/list1"/>
    <dgm:cxn modelId="{873A747E-18F1-684B-9614-5E71F6E23095}" type="presParOf" srcId="{239A3357-D64F-344B-9C3A-BA63FB9BEAD2}" destId="{4F57E97D-DB6E-884E-AC4D-B13D07DD4820}" srcOrd="1" destOrd="0" presId="urn:microsoft.com/office/officeart/2005/8/layout/list1"/>
    <dgm:cxn modelId="{3BA78853-3462-7D47-A4DD-1A5F43A91FA7}" type="presParOf" srcId="{2066D020-60C1-5841-9C6C-C663B86A0683}" destId="{C5E3FF8E-A1A5-6F45-B9D1-F4CF193C2D20}" srcOrd="13" destOrd="0" presId="urn:microsoft.com/office/officeart/2005/8/layout/list1"/>
    <dgm:cxn modelId="{6B6F6CB5-13B4-FF49-B04C-F837AEA919B3}" type="presParOf" srcId="{2066D020-60C1-5841-9C6C-C663B86A0683}" destId="{4E697FC8-E04F-684B-9552-B6847A49FC6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804A4-05FD-0045-8BBC-88BC5A024A04}">
      <dsp:nvSpPr>
        <dsp:cNvPr id="0" name=""/>
        <dsp:cNvSpPr/>
      </dsp:nvSpPr>
      <dsp:spPr>
        <a:xfrm>
          <a:off x="0" y="804388"/>
          <a:ext cx="4429635" cy="327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2F2AF-89EB-A04E-9DB4-9FEFB0968720}">
      <dsp:nvSpPr>
        <dsp:cNvPr id="0" name=""/>
        <dsp:cNvSpPr/>
      </dsp:nvSpPr>
      <dsp:spPr>
        <a:xfrm>
          <a:off x="221481" y="612508"/>
          <a:ext cx="3100744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01" tIns="0" rIns="117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Who are we / team introductions</a:t>
          </a:r>
        </a:p>
      </dsp:txBody>
      <dsp:txXfrm>
        <a:off x="240215" y="631242"/>
        <a:ext cx="3063276" cy="346292"/>
      </dsp:txXfrm>
    </dsp:sp>
    <dsp:sp modelId="{C3759F4A-CCC4-FB4A-AEA2-2A0AEE15CC24}">
      <dsp:nvSpPr>
        <dsp:cNvPr id="0" name=""/>
        <dsp:cNvSpPr/>
      </dsp:nvSpPr>
      <dsp:spPr>
        <a:xfrm>
          <a:off x="0" y="1394068"/>
          <a:ext cx="4429635" cy="7371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789" tIns="270764" rIns="343789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Partner organization and why we are passionate to help them</a:t>
          </a:r>
        </a:p>
      </dsp:txBody>
      <dsp:txXfrm>
        <a:off x="0" y="1394068"/>
        <a:ext cx="4429635" cy="737100"/>
      </dsp:txXfrm>
    </dsp:sp>
    <dsp:sp modelId="{1245D159-691A-FE42-987E-5B68F16F14E7}">
      <dsp:nvSpPr>
        <dsp:cNvPr id="0" name=""/>
        <dsp:cNvSpPr/>
      </dsp:nvSpPr>
      <dsp:spPr>
        <a:xfrm>
          <a:off x="221481" y="1202188"/>
          <a:ext cx="3100744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01" tIns="0" rIns="117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Who are we working for and why?</a:t>
          </a:r>
        </a:p>
      </dsp:txBody>
      <dsp:txXfrm>
        <a:off x="240215" y="1220922"/>
        <a:ext cx="3063276" cy="346292"/>
      </dsp:txXfrm>
    </dsp:sp>
    <dsp:sp modelId="{6D483D1D-1CA3-2043-B06A-5A50A9DB3398}">
      <dsp:nvSpPr>
        <dsp:cNvPr id="0" name=""/>
        <dsp:cNvSpPr/>
      </dsp:nvSpPr>
      <dsp:spPr>
        <a:xfrm>
          <a:off x="0" y="2393248"/>
          <a:ext cx="4429635" cy="327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8BFD25-816B-A346-9E92-841BD1D21403}">
      <dsp:nvSpPr>
        <dsp:cNvPr id="0" name=""/>
        <dsp:cNvSpPr/>
      </dsp:nvSpPr>
      <dsp:spPr>
        <a:xfrm>
          <a:off x="221481" y="2201369"/>
          <a:ext cx="3100744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01" tIns="0" rIns="117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Stakeholder Register</a:t>
          </a:r>
        </a:p>
      </dsp:txBody>
      <dsp:txXfrm>
        <a:off x="240215" y="2220103"/>
        <a:ext cx="3063276" cy="346292"/>
      </dsp:txXfrm>
    </dsp:sp>
    <dsp:sp modelId="{4E697FC8-E04F-684B-9552-B6847A49FC64}">
      <dsp:nvSpPr>
        <dsp:cNvPr id="0" name=""/>
        <dsp:cNvSpPr/>
      </dsp:nvSpPr>
      <dsp:spPr>
        <a:xfrm>
          <a:off x="0" y="2982929"/>
          <a:ext cx="4429635" cy="327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7E97D-DB6E-884E-AC4D-B13D07DD4820}">
      <dsp:nvSpPr>
        <dsp:cNvPr id="0" name=""/>
        <dsp:cNvSpPr/>
      </dsp:nvSpPr>
      <dsp:spPr>
        <a:xfrm>
          <a:off x="221481" y="2791048"/>
          <a:ext cx="3100744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01" tIns="0" rIns="117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Q&amp;A</a:t>
          </a:r>
        </a:p>
      </dsp:txBody>
      <dsp:txXfrm>
        <a:off x="240215" y="2809782"/>
        <a:ext cx="3063276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ef14e9c29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ef14e9c29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400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ef14e9c29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ef14e9c29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ef14e9c29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ef14e9c29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ef14e9c29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ef14e9c29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ef14e9c29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ef14e9c29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914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4981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10655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300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46491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6577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764067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6109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55774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43480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858648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782366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86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71EC2BB-682A-E74F-B69A-CA16FD712E0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7518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72">
            <a:extLst>
              <a:ext uri="{FF2B5EF4-FFF2-40B4-BE49-F238E27FC236}">
                <a16:creationId xmlns:a16="http://schemas.microsoft.com/office/drawing/2014/main" id="{F3DDB2E1-7CBC-466B-A33D-C883E8AF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892" y="342900"/>
            <a:ext cx="8461207" cy="445770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90B801D-B026-4B13-8AC7-3183453E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53" y="466344"/>
            <a:ext cx="8215884" cy="42108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930877" y="2744332"/>
            <a:ext cx="7299580" cy="1098834"/>
          </a:xfrm>
          <a:prstGeom prst="rect">
            <a:avLst/>
          </a:prstGeom>
        </p:spPr>
        <p:txBody>
          <a:bodyPr spcFirstLastPara="1" lIns="91425" tIns="91425" rIns="91425" bIns="91425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Dream Builders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75E88ED-7029-4FD6-8A87-63B3658FF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1910" y="33511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DED9ABA-7E2A-4933-94CD-CC65DE843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37635" y="335117"/>
            <a:ext cx="0" cy="48006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0A92BB7-0F26-4EAF-83C1-FE7B2993A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6365" y="335117"/>
            <a:ext cx="0" cy="48006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30D3BD8-586E-4563-A023-6BB1DA7DD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37635" y="819088"/>
            <a:ext cx="126873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Graphic 154" descr="Hammer">
            <a:extLst>
              <a:ext uri="{FF2B5EF4-FFF2-40B4-BE49-F238E27FC236}">
                <a16:creationId xmlns:a16="http://schemas.microsoft.com/office/drawing/2014/main" id="{DA0946D9-AEFF-C140-6F7A-32F84A77C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1533" y="1086294"/>
            <a:ext cx="1662531" cy="1662531"/>
          </a:xfrm>
          <a:prstGeom prst="rect">
            <a:avLst/>
          </a:prstGeom>
        </p:spPr>
      </p:pic>
      <p:pic>
        <p:nvPicPr>
          <p:cNvPr id="3" name="Graphic 2" descr="Bed with solid fill">
            <a:extLst>
              <a:ext uri="{FF2B5EF4-FFF2-40B4-BE49-F238E27FC236}">
                <a16:creationId xmlns:a16="http://schemas.microsoft.com/office/drawing/2014/main" id="{A5F28313-3FDD-1F1D-B26B-DD73255D0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2457" y="1088540"/>
            <a:ext cx="1658038" cy="16580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>
            <a:extLst>
              <a:ext uri="{FF2B5EF4-FFF2-40B4-BE49-F238E27FC236}">
                <a16:creationId xmlns:a16="http://schemas.microsoft.com/office/drawing/2014/main" id="{52C9F0CC-9F30-4B99-AC35-5A6C416A0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178308"/>
            <a:ext cx="3314699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430056" y="419607"/>
            <a:ext cx="2823900" cy="428244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 defTabSz="914400">
              <a:spcBef>
                <a:spcPct val="0"/>
              </a:spcBef>
              <a:spcAft>
                <a:spcPts val="0"/>
              </a:spcAft>
            </a:pPr>
            <a:r>
              <a:rPr lang="en-US" sz="4800"/>
              <a:t>Agenda</a:t>
            </a:r>
          </a:p>
        </p:txBody>
      </p:sp>
      <p:graphicFrame>
        <p:nvGraphicFramePr>
          <p:cNvPr id="169" name="Google Shape;154;p15">
            <a:extLst>
              <a:ext uri="{FF2B5EF4-FFF2-40B4-BE49-F238E27FC236}">
                <a16:creationId xmlns:a16="http://schemas.microsoft.com/office/drawing/2014/main" id="{9B26A5BE-EA04-3BD7-0949-EB5EB8E1B1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654273"/>
              </p:ext>
            </p:extLst>
          </p:nvPr>
        </p:nvGraphicFramePr>
        <p:xfrm>
          <a:off x="4108593" y="600710"/>
          <a:ext cx="4429635" cy="3923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402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430125" y="439533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Our Team</a:t>
            </a:r>
            <a:endParaRPr sz="2800"/>
          </a:p>
        </p:txBody>
      </p:sp>
      <p:sp>
        <p:nvSpPr>
          <p:cNvPr id="142" name="Google Shape;142;p14"/>
          <p:cNvSpPr txBox="1"/>
          <p:nvPr/>
        </p:nvSpPr>
        <p:spPr>
          <a:xfrm>
            <a:off x="167125" y="3786760"/>
            <a:ext cx="18342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Lato"/>
                <a:ea typeface="Lato"/>
                <a:cs typeface="Lato"/>
                <a:sym typeface="Lato"/>
              </a:rPr>
              <a:t>Holden Crouse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3738624" y="3789051"/>
            <a:ext cx="1980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Andres Vasquez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2098224" y="3786760"/>
            <a:ext cx="16404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Lato"/>
                <a:ea typeface="Lato"/>
                <a:cs typeface="Lato"/>
                <a:sym typeface="Lato"/>
              </a:rPr>
              <a:t>Asher Tilghman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7228036" y="3815710"/>
            <a:ext cx="1834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Luis Martinez</a:t>
            </a:r>
          </a:p>
        </p:txBody>
      </p:sp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3A7352D-5C4A-7CDC-368B-84F12655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24" y="1599558"/>
            <a:ext cx="1640401" cy="2187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DBE387-FC7A-63F7-6FE7-0ECD97F78DF5}"/>
              </a:ext>
            </a:extLst>
          </p:cNvPr>
          <p:cNvSpPr txBox="1"/>
          <p:nvPr/>
        </p:nvSpPr>
        <p:spPr>
          <a:xfrm>
            <a:off x="5528546" y="3835383"/>
            <a:ext cx="191192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err="1">
                <a:latin typeface="Lato"/>
                <a:ea typeface="Lato"/>
                <a:cs typeface="Lato"/>
              </a:rPr>
              <a:t>Weijin</a:t>
            </a:r>
            <a:r>
              <a:rPr lang="en-US" sz="1400">
                <a:latin typeface="Lato"/>
                <a:ea typeface="Lato"/>
                <a:cs typeface="Lato"/>
              </a:rPr>
              <a:t> Hsu</a:t>
            </a:r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Picture 1" descr="A person in a black suit&#10;&#10;AI-generated content may be incorrect.">
            <a:extLst>
              <a:ext uri="{FF2B5EF4-FFF2-40B4-BE49-F238E27FC236}">
                <a16:creationId xmlns:a16="http://schemas.microsoft.com/office/drawing/2014/main" id="{0CF1A561-6763-9146-1399-79A0BD679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544" y="1813664"/>
            <a:ext cx="1704063" cy="1751035"/>
          </a:xfrm>
          <a:prstGeom prst="rect">
            <a:avLst/>
          </a:prstGeom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3D0841E-4770-6126-180F-7A488230AF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98" t="-873" r="6422" b="-72"/>
          <a:stretch>
            <a:fillRect/>
          </a:stretch>
        </p:blipFill>
        <p:spPr>
          <a:xfrm>
            <a:off x="7335439" y="1626959"/>
            <a:ext cx="1621868" cy="2194887"/>
          </a:xfrm>
          <a:prstGeom prst="rect">
            <a:avLst/>
          </a:prstGeom>
        </p:spPr>
      </p:pic>
      <p:pic>
        <p:nvPicPr>
          <p:cNvPr id="5" name="圖片 4" descr="一張含有 人的臉孔, 人員, 服裝, 下巴 的圖片&#10;&#10;AI 產生的內容可能不正確。">
            <a:extLst>
              <a:ext uri="{FF2B5EF4-FFF2-40B4-BE49-F238E27FC236}">
                <a16:creationId xmlns:a16="http://schemas.microsoft.com/office/drawing/2014/main" id="{90FC10E3-4DE9-5CA5-B434-F8D633850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309" y="2103815"/>
            <a:ext cx="1481864" cy="1513829"/>
          </a:xfrm>
          <a:prstGeom prst="rect">
            <a:avLst/>
          </a:prstGeom>
        </p:spPr>
      </p:pic>
      <p:pic>
        <p:nvPicPr>
          <p:cNvPr id="8" name="Picture 7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F5A051AD-55DB-EF24-2C52-16681FDAAAF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77" t="1905" r="2669" b="4550"/>
          <a:stretch>
            <a:fillRect/>
          </a:stretch>
        </p:blipFill>
        <p:spPr>
          <a:xfrm>
            <a:off x="2074554" y="1866609"/>
            <a:ext cx="1742023" cy="1751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383100" y="338332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Project Overview</a:t>
            </a:r>
            <a:endParaRPr sz="2800"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1"/>
          </p:nvPr>
        </p:nvSpPr>
        <p:spPr>
          <a:xfrm>
            <a:off x="142955" y="1020000"/>
            <a:ext cx="5703664" cy="35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Sleep in Heavenly Peace (SHP), NRV Chapter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Reasoning for choosing SHP</a:t>
            </a:r>
            <a:endParaRPr sz="1400"/>
          </a:p>
          <a:p>
            <a:pPr lvl="1" indent="-317500">
              <a:spcBef>
                <a:spcPts val="0"/>
              </a:spcBef>
              <a:buSzPts val="1400"/>
              <a:buChar char="-"/>
            </a:pPr>
            <a:r>
              <a:rPr lang="en" sz="1400"/>
              <a:t>Providing relief to underprivileged children in the NRV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Perspective: 23.8% of Montgomery County lives below the poverty line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Proven reliability from sponsor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Main Deliverables</a:t>
            </a:r>
            <a:endParaRPr sz="1400"/>
          </a:p>
          <a:p>
            <a:pPr lvl="1" indent="-317500">
              <a:spcBef>
                <a:spcPts val="0"/>
              </a:spcBef>
              <a:buSzPts val="1400"/>
              <a:buChar char="-"/>
            </a:pPr>
            <a:r>
              <a:rPr lang="en" sz="1400"/>
              <a:t>Kickoff meeting held on Monday, Feb 9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Deliverables are focused on assisting SHP create the most beds for children</a:t>
            </a:r>
          </a:p>
          <a:p>
            <a:pPr indent="-317500">
              <a:buSzPts val="1400"/>
              <a:buChar char="-"/>
            </a:pPr>
            <a:r>
              <a:rPr lang="en" sz="1400"/>
              <a:t>Measuring Success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Establish a meaningful relationship with the sponsor</a:t>
            </a:r>
            <a:endParaRPr sz="140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Create a positive impact on </a:t>
            </a:r>
            <a:r>
              <a:rPr lang="en-US" sz="1400"/>
              <a:t>surrounding counties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Help run a successful bed build (April 25</a:t>
            </a:r>
            <a:r>
              <a:rPr lang="en-US" sz="1400" baseline="30000"/>
              <a:t>th</a:t>
            </a:r>
            <a:r>
              <a:rPr lang="en-US" sz="1400"/>
              <a:t>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Raise bedding for 40+ beds</a:t>
            </a:r>
            <a:endParaRPr sz="1400"/>
          </a:p>
        </p:txBody>
      </p:sp>
      <p:pic>
        <p:nvPicPr>
          <p:cNvPr id="1026" name="Picture 2" descr="Sleep in Heavenly Peace (@SHPbeds) • Facebook">
            <a:extLst>
              <a:ext uri="{FF2B5EF4-FFF2-40B4-BE49-F238E27FC236}">
                <a16:creationId xmlns:a16="http://schemas.microsoft.com/office/drawing/2014/main" id="{3B7FCF68-20C1-8119-6F7F-D4357B1E3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400" y="1252432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>
            <a:spLocks noGrp="1"/>
          </p:cNvSpPr>
          <p:nvPr>
            <p:ph type="title"/>
          </p:nvPr>
        </p:nvSpPr>
        <p:spPr>
          <a:xfrm>
            <a:off x="420045" y="3664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Stakeholder Register List</a:t>
            </a:r>
            <a:endParaRPr/>
          </a:p>
        </p:txBody>
      </p:sp>
      <p:pic>
        <p:nvPicPr>
          <p:cNvPr id="5" name="Picture 4" descr="A table of a project&#10;&#10;AI-generated content may be incorrect.">
            <a:extLst>
              <a:ext uri="{FF2B5EF4-FFF2-40B4-BE49-F238E27FC236}">
                <a16:creationId xmlns:a16="http://schemas.microsoft.com/office/drawing/2014/main" id="{F962000C-87DF-B0C8-8C73-C8E01898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6" t="2688" r="2774" b="3219"/>
          <a:stretch>
            <a:fillRect/>
          </a:stretch>
        </p:blipFill>
        <p:spPr>
          <a:xfrm>
            <a:off x="1163781" y="1023334"/>
            <a:ext cx="6511637" cy="3753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1052550" y="16576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Questions, comments, or concerns?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1312527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0</TotalTime>
  <Words>147</Words>
  <Application>Microsoft Macintosh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Garamond</vt:lpstr>
      <vt:lpstr>Lato</vt:lpstr>
      <vt:lpstr>Savon</vt:lpstr>
      <vt:lpstr>Dream Builders</vt:lpstr>
      <vt:lpstr>Agenda</vt:lpstr>
      <vt:lpstr>Our Team</vt:lpstr>
      <vt:lpstr>Project Overview</vt:lpstr>
      <vt:lpstr>Stakeholder Register List</vt:lpstr>
      <vt:lpstr>Questions, comments, or concerns?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Hokies for Heritage Hall</dc:title>
  <dc:creator>Evan Hornstein</dc:creator>
  <cp:lastModifiedBy>Hsu, Wei-Jin</cp:lastModifiedBy>
  <cp:revision>2</cp:revision>
  <dcterms:modified xsi:type="dcterms:W3CDTF">2026-02-14T00:24:28Z</dcterms:modified>
</cp:coreProperties>
</file>